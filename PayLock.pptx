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38BDF8"/>
                </a:solidFill>
                <a:latin typeface="Arial"/>
              </a:defRPr>
            </a:pPr>
            <a:r>
              <a:t>PayLock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去中心化影片付費解鎖平台</a:t>
            </a:r>
          </a:p>
          <a:p>
            <a:pPr>
              <a:spcBef>
                <a:spcPts val="600"/>
              </a:spcBef>
              <a:defRPr sz="1800" b="0">
                <a:solidFill>
                  <a:srgbClr val="94A3B8"/>
                </a:solidFill>
                <a:latin typeface="Arial"/>
              </a:defRPr>
            </a:pPr>
            <a:r>
              <a:t>基於 Sui 區塊鏈 + Walrus 去中心化儲存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Built with Go  ·  Sui Move  ·  Seal Encryption  ·  Walrus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問題與解決方案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Arial"/>
              </a:defRPr>
            </a:pPr>
            <a:r>
              <a:t>痛點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CBD5E1"/>
                </a:solidFill>
                <a:latin typeface="Arial"/>
              </a:defRPr>
            </a:pPr>
            <a:r>
              <a:t>傳統影片平台抽成高達 30-50%</a:t>
            </a:r>
          </a:p>
          <a:p>
            <a:pPr>
              <a:spcBef>
                <a:spcPts val="800"/>
              </a:spcBef>
              <a:defRPr sz="1700">
                <a:solidFill>
                  <a:srgbClr val="CBD5E1"/>
                </a:solidFill>
                <a:latin typeface="Arial"/>
              </a:defRPr>
            </a:pPr>
            <a:r>
              <a:t>創作者無法真正擁有自己的內容</a:t>
            </a:r>
          </a:p>
          <a:p>
            <a:pPr>
              <a:spcBef>
                <a:spcPts val="800"/>
              </a:spcBef>
              <a:defRPr sz="1700">
                <a:solidFill>
                  <a:srgbClr val="CBD5E1"/>
                </a:solidFill>
                <a:latin typeface="Arial"/>
              </a:defRPr>
            </a:pPr>
            <a:r>
              <a:t>中心化伺服器有審查與下架風險</a:t>
            </a:r>
          </a:p>
          <a:p>
            <a:pPr>
              <a:spcBef>
                <a:spcPts val="800"/>
              </a:spcBef>
              <a:defRPr sz="1700">
                <a:solidFill>
                  <a:srgbClr val="CBD5E1"/>
                </a:solidFill>
                <a:latin typeface="Arial"/>
              </a:defRPr>
            </a:pPr>
            <a:r>
              <a:t>付費內容缺乏端到端加密保護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Arial"/>
              </a:defRPr>
            </a:pPr>
            <a:r>
              <a:t>PayLock 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CBD5E1"/>
                </a:solidFill>
                <a:latin typeface="Arial"/>
              </a:defRPr>
            </a:pPr>
            <a:r>
              <a:t>鏈上智能合約處理付費，零平台抽成</a:t>
            </a:r>
          </a:p>
          <a:p>
            <a:pPr>
              <a:spcBef>
                <a:spcPts val="800"/>
              </a:spcBef>
              <a:defRPr sz="1700">
                <a:solidFill>
                  <a:srgbClr val="CBD5E1"/>
                </a:solidFill>
                <a:latin typeface="Arial"/>
              </a:defRPr>
            </a:pPr>
            <a:r>
              <a:t>影片存儲在 Walrus 去中心化網路</a:t>
            </a:r>
          </a:p>
          <a:p>
            <a:pPr>
              <a:spcBef>
                <a:spcPts val="800"/>
              </a:spcBef>
              <a:defRPr sz="1700">
                <a:solidFill>
                  <a:srgbClr val="CBD5E1"/>
                </a:solidFill>
                <a:latin typeface="Arial"/>
              </a:defRPr>
            </a:pPr>
            <a:r>
              <a:t>不可審查、不可篡改的永久存儲</a:t>
            </a:r>
          </a:p>
          <a:p>
            <a:pPr>
              <a:spcBef>
                <a:spcPts val="800"/>
              </a:spcBef>
              <a:defRPr sz="1700">
                <a:solidFill>
                  <a:srgbClr val="CBD5E1"/>
                </a:solidFill>
                <a:latin typeface="Arial"/>
              </a:defRPr>
            </a:pPr>
            <a:r>
              <a:t>Seal 加密確保只有付費者可解密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系統架構總覽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560320" cy="1097280"/>
          </a:xfrm>
          <a:prstGeom prst="round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前端 (dApp)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Arial"/>
              </a:defRPr>
            </a:pPr>
            <a:r>
              <a:t>React / TypeScript</a:t>
            </a:r>
            <a:br/>
            <a:r>
              <a:t>Seal SDK 加密</a:t>
            </a:r>
            <a:br/>
            <a:r>
              <a:t>原生 &lt;video&gt; 播放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554480"/>
            <a:ext cx="2560320" cy="1097280"/>
          </a:xfrm>
          <a:prstGeom prst="round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PayLock 後端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Arial"/>
              </a:defRPr>
            </a:pPr>
            <a:r>
              <a:t>Go HTTP Server</a:t>
            </a:r>
            <a:br/>
            <a:r>
              <a:t>影片驗證 + FFmpeg</a:t>
            </a:r>
            <a:br/>
            <a:r>
              <a:t>Walrus 上傳代理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2560320" cy="1097280"/>
          </a:xfrm>
          <a:prstGeom prst="round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Walrus 儲存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Arial"/>
              </a:defRPr>
            </a:pPr>
            <a:r>
              <a:t>去中心化 Blob 存儲</a:t>
            </a:r>
            <a:br/>
            <a:r>
              <a:t>預覽 / 完整版影片</a:t>
            </a:r>
            <a:br/>
            <a:r>
              <a:t>跨節點冗餘複製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554480"/>
            <a:ext cx="2560320" cy="1097280"/>
          </a:xfrm>
          <a:prstGeom prst="round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Sui 區塊鏈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Arial"/>
              </a:defRPr>
            </a:pPr>
            <a:r>
              <a:t>Move 智能合約</a:t>
            </a:r>
            <a:br/>
            <a:r>
              <a:t>付費閘門 (Gating)</a:t>
            </a:r>
            <a:br/>
            <a:r>
              <a:t>AccessPass NFT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234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API 請求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234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Blob 上傳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234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鏈上交易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後端模組結構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handler/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HTTP 路由處理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84048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3886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processor/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格式驗證 + FFmpeg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8" y="384048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8" y="3886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walrus/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8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Walrus HTTP 客戶端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93776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model/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資料持久化層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493776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39" y="4983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indexer/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39" y="5349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Sui 鏈上索引器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598" y="4937760"/>
            <a:ext cx="3474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8" y="4983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suiauth/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8" y="5349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錢包簽名驗證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上傳流程：免費 vs 付費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Arial"/>
              </a:defRPr>
            </a:pPr>
            <a:r>
              <a:t>免費影片 (price =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1. POST /api/upload  →  回傳 202 + paylock_id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2. 伺服器驗證格式 (magic bytes)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3. FFmpeg 生成預覽 + 縮圖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4. 預覽 + 完整版同時上傳至 Walrus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5. 輪詢 GET /api/status/{id}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6. status = ready → 可直接播放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Arial"/>
              </a:defRPr>
            </a:pPr>
            <a:r>
              <a:t>付費影片 (price &gt;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031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1. POST /api/upload  →  回傳 202 + paylock_id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2. 伺服器僅處理預覽 + 縮圖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3. 前端用 Seal SDK 加密完整版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4. 前端上傳加密 Blob 至 Walrus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5. 前端發 Sui 交易建立 Video 物件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6. PUT /api/videos/{id} 回寫鏈上 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Seal 加密與購買流程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Arial"/>
              </a:defRPr>
            </a:pPr>
            <a:r>
              <a:t>創作者端 — 加密發布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生成隨機 32-byte namespace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使用 @mysten/seal SDK 加密完整影片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加密後的 Blob 上傳至 Walrus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發送 Sui 交易呼叫 gating::create_video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交易參數：price, preview_blob_id,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  full_blob_id, seal_namespace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Arial"/>
              </a:defRPr>
            </a:pPr>
            <a:r>
              <a:t>觀眾端 — 購買解鎖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呼叫 purchase_and_transfer 付費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鑄造 AccessPass NFT 作為憑證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建立 Seal SessionKey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發送 seal_approve 交易授權解密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瀏覽器端解密加密 Blob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直接播放解密後的影片串流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303520"/>
            <a:ext cx="8229600" cy="914400"/>
          </a:xfrm>
          <a:prstGeom prst="round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38BDF8"/>
                </a:solidFill>
              </a:defRPr>
            </a:pPr>
            <a:r>
              <a:t>全程端到端加密 — 伺服器永遠無法存取付費影片明文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API 端點總覽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Arial"/>
              </a:defRPr>
            </a:pPr>
            <a:r>
              <a:t>Endpoint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Arial"/>
              </a:defRPr>
            </a:pPr>
            <a:r>
              <a:t>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Arial"/>
              </a:defRPr>
            </a:pPr>
            <a: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/api/upload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上傳影片（支援 MP4、MOV、WebM、MKV、AVI）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2677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/api/status/{id}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267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查詢影片處理狀態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066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7066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/api/status/{id}/events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7066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SSE 即時狀態推送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455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Arial"/>
              </a:defRPr>
            </a:pPr>
            <a:r>
              <a:t>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1455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/api/videos/{id}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1455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關聯鏈上 Sui Object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84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5844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/api/videos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84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列出所有影片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Arial"/>
              </a:defRPr>
            </a:pPr>
            <a: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/api/videos/{id}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刪除影片（需錢包簽名）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622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4622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/stream/{id}/preview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4622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預覽串流（307 → Walrus）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0118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9011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/stream/{id}/full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90118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完整版串流（307 → Walrus）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400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3400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/api/config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3400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取得系統配置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79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Arial"/>
              </a:defRPr>
            </a:pPr>
            <a: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779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/api/reindex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779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手動重建鏈上索引（需 Admin）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安全性與認證機制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Arial"/>
              </a:defRPr>
            </a:pPr>
            <a:r>
              <a:t>Sui 錢包簽名認證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每個受保護端點需附帶錢包簽名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Ed25519 簽名 + 時間戳防重放攻擊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簽名訊息包含操作意圖 (intent)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Arial"/>
              </a:defRPr>
            </a:pPr>
            <a:r>
              <a:t>Admin Bearer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管理端點使用獨立 Bearer Token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PAYLOCK_ADMIN_SECRET 環境變數設定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用於手動觸發重新索引等操作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Arial"/>
              </a:defRPr>
            </a:pPr>
            <a:r>
              <a:t>其他安全措施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Magic bytes 驗證防止偽造檔案上傳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檔案大小限制 (預設 500 MB)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CORS 中間件控制跨域存取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Seal 端到端加密保護付費內容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鏈上 AccessPass NFT 作為解密憑證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伺服器永遠不接觸付費影片明文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技術棧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後端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Go (標準庫 net/http)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輕量、高併發、零框架依賴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區塊鏈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Sui (Move 語言)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高效能 L1，物件導向模型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儲存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Walrus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Sui 生態去中心化 Blob 儲存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92608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加密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Seal (@mysten/seal)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基於 Sui 的條件式加密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8056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影片處理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FFmpeg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預覽片段 + 縮圖生成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8056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Railway / Docker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一鍵部署，環境變數配置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核心特性與亮點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Arial"/>
              </a:defRPr>
            </a:pPr>
            <a:r>
              <a:t>非同步上傳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rial"/>
              </a:defRPr>
            </a:pPr>
            <a:r>
              <a:t>上傳立即回應 202，背景處理，</a:t>
            </a:r>
            <a:br/>
            <a:r>
              <a:t>SSE 即時推送狀態更新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3832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Arial"/>
              </a:defRPr>
            </a:pPr>
            <a:r>
              <a:t>多格式支援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9" y="2103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rial"/>
              </a:defRPr>
            </a:pPr>
            <a:r>
              <a:t>MP4、MOV、WebM、MKV、AVI</a:t>
            </a:r>
            <a:br/>
            <a:r>
              <a:t>通過 magic bytes 嚴格驗證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8" y="1371600"/>
            <a:ext cx="33832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8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Arial"/>
              </a:defRPr>
            </a:pPr>
            <a:r>
              <a:t>鏈上索引器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8" y="2103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rial"/>
              </a:defRPr>
            </a:pPr>
            <a:r>
              <a:t>啟動時自動掃描 Sui 鏈上物件，</a:t>
            </a:r>
            <a:br/>
            <a:r>
              <a:t>支援手動重建索引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Arial"/>
              </a:defRPr>
            </a:pPr>
            <a:r>
              <a:t>免費 + 付費模式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rial"/>
              </a:defRPr>
            </a:pPr>
            <a:r>
              <a:t>同一套 API 支援兩種模式，</a:t>
            </a:r>
            <a:br/>
            <a:r>
              <a:t>付費影片由前端完成加密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840480"/>
            <a:ext cx="33832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Arial"/>
              </a:defRPr>
            </a:pPr>
            <a:r>
              <a:t>零本地儲存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rial"/>
              </a:defRPr>
            </a:pPr>
            <a:r>
              <a:t>影片直接上傳 Walrus，</a:t>
            </a:r>
            <a:br/>
            <a:r>
              <a:t>本地僅存元數據索引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8" y="3840480"/>
            <a:ext cx="33832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8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Arial"/>
              </a:defRPr>
            </a:pPr>
            <a:r>
              <a:t>創作者主權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rial"/>
              </a:defRPr>
            </a:pPr>
            <a:r>
              <a:t>無平台抽成，內容不可審查，</a:t>
            </a:r>
            <a:br/>
            <a:r>
              <a:t>錢包簽名保護操作權限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38BDF8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PayLock — 讓每一位創作者掌控自己的內容與收益</a:t>
            </a:r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94A3B8"/>
                </a:solidFill>
                <a:latin typeface="Arial"/>
              </a:defRPr>
            </a:pPr>
            <a:r>
              <a:t>Sui  ·  Walrus  ·  Seal  ·  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